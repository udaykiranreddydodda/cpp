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Inventory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 Programming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serverless full-stack inventory platform built on AWS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0" y="457200"/>
            <a:ext cx="2286000" cy="22860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2560320"/>
            <a:ext cx="1645920" cy="1645920"/>
          </a:xfrm>
          <a:prstGeom prst="ellipse">
            <a:avLst/>
          </a:prstGeom>
          <a:solidFill>
            <a:srgbClr val="97BC62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 Solve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3748"/>
                </a:solidFill>
              </a:rPr>
              <a:t>Manual inventory tracking leads to: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Stock-outs and overstocking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No real-time visibility into stock levels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Missing low-stock alerts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No audit trail for stock movements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Spreadsheet errors and data loss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3748"/>
                </a:solidFill>
              </a:rPr>
              <a:t>Cloud-native inventory platform: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Real-time stock tracking with audit trail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Automatic SNS email alerts for low stock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Dashboard with inventory analytics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Serverless = zero server management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</a:rPr>
              <a:t>Secure JWT authentication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645920" cy="7772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188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 Frontend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EDDA"/>
                </a:solidFill>
              </a:rPr>
              <a:t>S3 + Static Hosting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68880" y="1188720"/>
            <a:ext cx="1645920" cy="777240"/>
          </a:xfrm>
          <a:prstGeom prst="rect">
            <a:avLst/>
          </a:prstGeom>
          <a:solidFill>
            <a:srgbClr val="4A8B4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68880" y="1188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Gateway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EDDA"/>
                </a:solidFill>
              </a:rPr>
              <a:t>REST + CORS + Proxy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2011680" cy="7772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1887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Lambda Function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EDDA"/>
                </a:solidFill>
              </a:rPr>
              <a:t>Python 3.11 Handler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1188720"/>
            <a:ext cx="1645920" cy="777240"/>
          </a:xfrm>
          <a:prstGeom prst="rect">
            <a:avLst/>
          </a:prstGeom>
          <a:solidFill>
            <a:srgbClr val="4A8B4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23760" y="1188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DynamoDB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EDDA"/>
                </a:solidFill>
              </a:rPr>
              <a:t>Single Table Design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20240" y="1577340"/>
            <a:ext cx="54864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577340"/>
            <a:ext cx="54864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1577340"/>
            <a:ext cx="54864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26080"/>
            <a:ext cx="1645920" cy="777240"/>
          </a:xfrm>
          <a:prstGeom prst="rect">
            <a:avLst/>
          </a:prstGeom>
          <a:solidFill>
            <a:srgbClr val="4A8B4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9260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 Bucket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EDDA"/>
                </a:solidFill>
              </a:rPr>
              <a:t>File Storage + CORS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68880" y="2926080"/>
            <a:ext cx="1645920" cy="77724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68880" y="29260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Amazon SNS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EDDA"/>
                </a:solidFill>
              </a:rPr>
              <a:t>Email Notifications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2011680" cy="777240"/>
          </a:xfrm>
          <a:prstGeom prst="rect">
            <a:avLst/>
          </a:prstGeom>
          <a:solidFill>
            <a:srgbClr val="4A8B4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29260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AWS IAM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EDDA"/>
                </a:solidFill>
              </a:rPr>
              <a:t>Role-Based Permissions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1965960"/>
            <a:ext cx="0" cy="45720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2926080"/>
            <a:ext cx="0" cy="-457200"/>
          </a:xfrm>
          <a:prstGeom prst="line">
            <a:avLst/>
          </a:prstGeom>
          <a:noFill/>
          <a:ln w="25400">
            <a:solidFill>
              <a:srgbClr val="97BC6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291840" y="2926080"/>
            <a:ext cx="0" cy="-457200"/>
          </a:xfrm>
          <a:prstGeom prst="line">
            <a:avLst/>
          </a:prstGeom>
          <a:noFill/>
          <a:ln w="25400">
            <a:solidFill>
              <a:srgbClr val="97BC6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Serverless  |  6 AWS Services  |  Zero Server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AWS Services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64008" cy="1463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Lambda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handler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51560"/>
            <a:ext cx="64008" cy="1463040"/>
          </a:xfrm>
          <a:prstGeom prst="rect">
            <a:avLst/>
          </a:prstGeom>
          <a:solidFill>
            <a:srgbClr val="4A8B4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188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1600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+ CORS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051560"/>
            <a:ext cx="64008" cy="1463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188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DynamoDB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Single-table, on-demand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788920"/>
            <a:ext cx="64008" cy="1463040"/>
          </a:xfrm>
          <a:prstGeom prst="rect">
            <a:avLst/>
          </a:prstGeom>
          <a:solidFill>
            <a:srgbClr val="4A8B4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26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337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 (2 buckets)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7889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788920"/>
            <a:ext cx="64008" cy="1463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926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74720" y="3337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notifications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7889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788920"/>
            <a:ext cx="64008" cy="1463040"/>
          </a:xfrm>
          <a:prstGeom prst="rect">
            <a:avLst/>
          </a:prstGeom>
          <a:solidFill>
            <a:srgbClr val="4A8B4C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926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3640" y="3337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permissions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Library: inventory-manager-nci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8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on PyPI  |  4 Modules  |  90+ Unit Tests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192024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IDs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SKUs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parsing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78608" y="123444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78608" y="1234440"/>
            <a:ext cx="192024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2578608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15768" y="219456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validation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validation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validation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sanitization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45736" y="123444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45736" y="1234440"/>
            <a:ext cx="192024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745736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Reorder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82896" y="219456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detection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stock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alerts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12864" y="123444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12864" y="1234440"/>
            <a:ext cx="192024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912864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50024" y="219456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reports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logs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61288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05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CRUD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383280" y="10058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 with search and category filtering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55064"/>
            <a:ext cx="8046720" cy="0"/>
          </a:xfrm>
          <a:prstGeom prst="line">
            <a:avLst/>
          </a:prstGeom>
          <a:noFill/>
          <a:ln w="635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65376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099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 Movements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170992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and dispatch tracking with full audit trail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59152"/>
            <a:ext cx="8046720" cy="0"/>
          </a:xfrm>
          <a:prstGeom prst="line">
            <a:avLst/>
          </a:prstGeom>
          <a:noFill/>
          <a:ln w="6350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69464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1401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SNS Alerts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41401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email notifications when stock drops below minimum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8046720" cy="0"/>
          </a:xfrm>
          <a:prstGeom prst="line">
            <a:avLst/>
          </a:prstGeom>
          <a:noFill/>
          <a:ln w="6350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73552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1810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3118104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stats, inventory value, recent activity, category breakdown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67328"/>
            <a:ext cx="8046720" cy="0"/>
          </a:xfrm>
          <a:prstGeom prst="line">
            <a:avLst/>
          </a:prstGeom>
          <a:noFill/>
          <a:ln w="6350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977640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8221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Auth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83280" y="382219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HS256 tokens with PBKDF2 password hashing (100K iterations)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471416"/>
            <a:ext cx="8046720" cy="0"/>
          </a:xfrm>
          <a:prstGeom prst="line">
            <a:avLst/>
          </a:prstGeom>
          <a:noFill/>
          <a:ln w="6350">
            <a:solidFill>
              <a:srgbClr val="2C5F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681728"/>
            <a:ext cx="274320" cy="2743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526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Supplier Mgmt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83280" y="45262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suppliers independent from products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8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 |  Automatic on push to main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280160"/>
            <a:ext cx="0" cy="310896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3716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0" y="1234440"/>
            <a:ext cx="6583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Library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94560" y="16459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pytest — 90+ unit tests on custom library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11680" y="2331720"/>
            <a:ext cx="6583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945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2743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DynamoDB, S3, IAM role, SNS topic, Lambda, API Gateway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356616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011680" y="3429000"/>
            <a:ext cx="6583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945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Frontend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94560" y="3840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React, create S3 hosting bucket, sync dist/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914400"/>
            <a:ext cx="3657600" cy="3657600"/>
          </a:xfrm>
          <a:prstGeom prst="ellipse">
            <a:avLst/>
          </a:prstGeom>
          <a:solidFill>
            <a:srgbClr val="2C5F2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743200"/>
            <a:ext cx="2743200" cy="2743200"/>
          </a:xfrm>
          <a:prstGeom prst="ellipse">
            <a:avLst/>
          </a:prstGeom>
          <a:solidFill>
            <a:srgbClr val="97BC62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application walkthrough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123444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3832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56232" y="3383280"/>
            <a:ext cx="123444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1856232" y="33832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55264" y="3383280"/>
            <a:ext cx="123444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33832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54296" y="3383280"/>
            <a:ext cx="123444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654296" y="33832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3383280"/>
            <a:ext cx="123444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053328" y="33832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Alert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360" y="3383280"/>
            <a:ext cx="123444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7452360" y="33832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0515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Serverless Simplicity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Lambda function with built-in routing eliminates framework overhead and keeps deployment simple. No servers to patch, scale, or maintain.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64008" cy="10515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23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Single-Table DynamoDB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all entities in one table with an entityType discriminator is a recognized pattern that works well when access patterns are known upfront.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SNS for Notifications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069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managed pub/sub service for email alerts means the backend just publishes a message. AWS handles delivery, retries, and subscriptions.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"/>
            <a:ext cx="2560320" cy="256032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2743200"/>
            <a:ext cx="1828800" cy="1828800"/>
          </a:xfrm>
          <a:prstGeom prst="ellipse">
            <a:avLst/>
          </a:prstGeom>
          <a:solidFill>
            <a:srgbClr val="97BC62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Inventory Management System  |  Cloud Platform Programming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Inventory Management System</dc:title>
  <dc:subject>PptxGenJS Presentation</dc:subject>
  <dc:creator>Smart Inventory</dc:creator>
  <cp:lastModifiedBy>Smart Inventory</cp:lastModifiedBy>
  <cp:revision>1</cp:revision>
  <dcterms:created xsi:type="dcterms:W3CDTF">2026-04-03T08:52:42Z</dcterms:created>
  <dcterms:modified xsi:type="dcterms:W3CDTF">2026-04-03T08:52:42Z</dcterms:modified>
</cp:coreProperties>
</file>